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Spline Sans"/>
      <p:regular r:id="rId15"/>
    </p:embeddedFont>
    <p:embeddedFont>
      <p:font typeface="Spline Sans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1174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Dashboarding et de la Data Visualisation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85929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Introduction générale;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4531995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Dans le monde d'aujourd'hui, les données sont essentielles à la prise de décision. La data visualisation et le dashboarding permettent de transformer des données brutes en informations claires et accessibles.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29358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Visualization: Un langage visuel pour les données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180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Définition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07775"/>
            <a:ext cx="3898821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data visualization représente des données complexes sous une forme visuelle, comme des graphiques, des diagrammes ou des cartes, pour faciliter leur compréhension et leur exploitation.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5180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Découverte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10777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Elle permet de repérer des tendances, des anomalies et des informations cachées dans les données.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180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Communication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10777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visualisation permet de partager des informations de manière claire et concise, favorisant une prise de décision éclairée.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92649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Principes de base de la visualisation de données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321218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0491" y="3325297"/>
            <a:ext cx="1423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666280" y="321218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Objectif clair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666280" y="3703201"/>
            <a:ext cx="27823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Définir le message principal que vous souhaitez transmettre.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95468" y="321218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81682" y="3325297"/>
            <a:ext cx="1829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5497711" y="3212187"/>
            <a:ext cx="27823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Choix du type de graphique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497711" y="4046101"/>
            <a:ext cx="27823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Sélectionner le type de visualisation le plus approprié à vos données.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4037" y="5755719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5369" y="5868829"/>
            <a:ext cx="19276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666280" y="575571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Étiquetage et titres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666280" y="6246733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Fournir des informations claires et concises pour faciliter la compréhension.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1571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Les différents types de visualisations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657594"/>
            <a:ext cx="3584615" cy="2230755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7733" y="2934891"/>
            <a:ext cx="278165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Graphiques en barres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27733" y="3425904"/>
            <a:ext cx="303002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Comparaisons de données catégorielles ou numériques.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2657594"/>
            <a:ext cx="3584615" cy="2230755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59164" y="2934891"/>
            <a:ext cx="298537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Graphiques en courbes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459164" y="3425904"/>
            <a:ext cx="30300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Tendances et variations au fil du temps.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135166"/>
            <a:ext cx="3584615" cy="2178606"/>
          </a:xfrm>
          <a:prstGeom prst="roundRect">
            <a:avLst>
              <a:gd name="adj" fmla="val 16999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7733" y="541246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Cartes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627733" y="5903476"/>
            <a:ext cx="30300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Données géographiques et spatiales.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181868" y="5135166"/>
            <a:ext cx="3584615" cy="2178606"/>
          </a:xfrm>
          <a:prstGeom prst="roundRect">
            <a:avLst>
              <a:gd name="adj" fmla="val 16999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59164" y="5412462"/>
            <a:ext cx="3030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Diagrammes en secteurs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459164" y="6246376"/>
            <a:ext cx="30300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Répartition des parts d'un ensemble.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3285" y="809863"/>
            <a:ext cx="7550229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Construire un tableau de bord efficace</a:t>
            </a:r>
            <a:endParaRPr lang="en-US" sz="3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285" y="2416254"/>
            <a:ext cx="569238" cy="5692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3285" y="3213140"/>
            <a:ext cx="2529959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Objectifs clairs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283285" y="3665934"/>
            <a:ext cx="3604379" cy="364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Définir les indicateurs clés à suivre.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136" y="2416254"/>
            <a:ext cx="569238" cy="5692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9136" y="3213140"/>
            <a:ext cx="2529959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Données pertinentes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0229136" y="3665934"/>
            <a:ext cx="3604379" cy="728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Sélectionner les données les plus importantes et les plus informatives.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285" y="5077420"/>
            <a:ext cx="569238" cy="5692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3285" y="5874306"/>
            <a:ext cx="2529959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Public cible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283285" y="6327100"/>
            <a:ext cx="3604379" cy="1092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Adapter le tableau de bord aux besoins et aux connaissances du public.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0962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Bonnes pratiques pour une visualisation réussie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219081" y="2838093"/>
            <a:ext cx="30480" cy="4295180"/>
          </a:xfrm>
          <a:prstGeom prst="roundRect">
            <a:avLst>
              <a:gd name="adj" fmla="val 1215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481554" y="3378160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16FFBB"/>
          </a:solidFill>
          <a:ln/>
        </p:spPr>
      </p:sp>
      <p:sp>
        <p:nvSpPr>
          <p:cNvPr id="6" name="Shape 3"/>
          <p:cNvSpPr/>
          <p:nvPr/>
        </p:nvSpPr>
        <p:spPr>
          <a:xfrm>
            <a:off x="956608" y="311574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3062" y="3228856"/>
            <a:ext cx="1423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592110" y="3084909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Simplicité et clarté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481554" y="4513659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29DDDA"/>
          </a:solidFill>
          <a:ln/>
        </p:spPr>
      </p:sp>
      <p:sp>
        <p:nvSpPr>
          <p:cNvPr id="10" name="Shape 7"/>
          <p:cNvSpPr/>
          <p:nvPr/>
        </p:nvSpPr>
        <p:spPr>
          <a:xfrm>
            <a:off x="956608" y="4251246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2821" y="4364355"/>
            <a:ext cx="1829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2592110" y="4220408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Cohérence et lisibilité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481554" y="5649158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37A7E7"/>
          </a:solidFill>
          <a:ln/>
        </p:spPr>
      </p:sp>
      <p:sp>
        <p:nvSpPr>
          <p:cNvPr id="14" name="Shape 11"/>
          <p:cNvSpPr/>
          <p:nvPr/>
        </p:nvSpPr>
        <p:spPr>
          <a:xfrm>
            <a:off x="956608" y="5386745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7940" y="5499854"/>
            <a:ext cx="19276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2592110" y="5355908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Interactions et navigation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481554" y="6784658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091231"/>
          </a:solidFill>
          <a:ln/>
        </p:spPr>
      </p:sp>
      <p:sp>
        <p:nvSpPr>
          <p:cNvPr id="18" name="Shape 15"/>
          <p:cNvSpPr/>
          <p:nvPr/>
        </p:nvSpPr>
        <p:spPr>
          <a:xfrm>
            <a:off x="956608" y="6522244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1274" y="6635353"/>
            <a:ext cx="18597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2592110" y="6491407"/>
            <a:ext cx="5687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Contextualisation et narrations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594" y="619244"/>
            <a:ext cx="7567612" cy="125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Outils et technologies de visualisation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594" y="2207895"/>
            <a:ext cx="1125974" cy="18015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38348" y="2433042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Logiciels spécialisés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738348" y="2880836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Tableau, Power BI, Qlik Sense.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94" y="4009430"/>
            <a:ext cx="1125974" cy="18015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38348" y="4234577"/>
            <a:ext cx="338482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Langages de programmation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738348" y="4682371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Python, R, JavaScript.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94" y="5810964"/>
            <a:ext cx="1125974" cy="18015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38348" y="6036112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Plateformes en ligne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738348" y="6483906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Google Data Studio, Datawrapper.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32071"/>
            <a:ext cx="84201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et prochaines étapes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511623"/>
            <a:ext cx="2150269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333" y="2954536"/>
            <a:ext cx="133588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61122" y="2758440"/>
            <a:ext cx="32393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Comprendre les données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3261122" y="3249454"/>
            <a:ext cx="323933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Améliorer la prise de décision.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37654" y="3876080"/>
            <a:ext cx="10505361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sp>
        <p:nvSpPr>
          <p:cNvPr id="8" name="Shape 6"/>
          <p:cNvSpPr/>
          <p:nvPr/>
        </p:nvSpPr>
        <p:spPr>
          <a:xfrm>
            <a:off x="864037" y="4014668"/>
            <a:ext cx="4300657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1333" y="4457581"/>
            <a:ext cx="171688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11510" y="4261485"/>
            <a:ext cx="3641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Communiquer efficacement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5411510" y="4752499"/>
            <a:ext cx="364105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Partager des informations claires.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88042" y="5379125"/>
            <a:ext cx="8354973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4037" y="5517713"/>
            <a:ext cx="6451163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1333" y="5960626"/>
            <a:ext cx="18073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62017" y="5764530"/>
            <a:ext cx="433804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Exploiter le potentiel des données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562017" y="6255544"/>
            <a:ext cx="433804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Développer des solutions innovantes.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2025-02-01T14:31:10Z</dcterms:created>
  <dcterms:modified xsi:type="dcterms:W3CDTF">2025-02-01T14:31:10Z</dcterms:modified>
</cp:coreProperties>
</file>